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62" y="3651349"/>
            <a:ext cx="3800475" cy="857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905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8625" y="1396900"/>
            <a:ext cx="3714750" cy="352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95550" y="1987450"/>
            <a:ext cx="7200900" cy="635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b="1" sz="4350" i="0" u="none">
                <a:solidFill>
                  <a:srgbClr val="FFFFFF"/>
                </a:solidFill>
                <a:latin typeface="Poppins"/>
              </a:rPr>
              <a:t>NicaTrade International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8512" y="2765524"/>
            <a:ext cx="5514975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950" i="0" u="none">
                <a:solidFill>
                  <a:srgbClr val="CBD5E1"/>
                </a:solidFill>
                <a:latin typeface="Lato Medium"/>
              </a:rPr>
              <a:t>Operación de Importación</a:t>
            </a:r>
            <a:r>
              <a:rPr b="0" sz="1950" i="0" u="none">
                <a:solidFill>
                  <a:srgbClr val="CBD5E1"/>
                </a:solidFill>
                <a:latin typeface="Lato Medium"/>
              </a:rPr>
              <a:t> </a:t>
            </a:r>
            <a:r>
              <a:rPr b="0" sz="1950" i="0" u="none">
                <a:solidFill>
                  <a:srgbClr val="CBD5E1"/>
                </a:solidFill>
                <a:latin typeface="Lato Medium"/>
              </a:rPr>
              <a:t>México → Nicaragua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87" y="2798861"/>
            <a:ext cx="2476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86287" y="3851374"/>
            <a:ext cx="30194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94A3B8"/>
                </a:solidFill>
                <a:latin typeface="Lato"/>
              </a:rPr>
              <a:t>EQUIPO DE TRANSFORMACIÓN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6287" y="4099024"/>
            <a:ext cx="30194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F8FAFC"/>
                </a:solidFill>
                <a:latin typeface="Lato SemiBold"/>
              </a:rPr>
              <a:t>Integrantes del Equipo NicaTrade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500" y="95250"/>
            <a:ext cx="5715000" cy="571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19262"/>
            <a:ext cx="53340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00187"/>
            <a:ext cx="5334000" cy="1428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00387"/>
            <a:ext cx="5334000" cy="1428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00587"/>
            <a:ext cx="5334000" cy="1428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719262"/>
            <a:ext cx="5334000" cy="419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2525" y="1690687"/>
            <a:ext cx="4750593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oppins"/>
              </a:rPr>
              <a:t>Actividad de la Empresa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052637"/>
            <a:ext cx="4838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NicaTrade International es una empresa nicaragüense dedicada a la importación y comercialización de alimentos procesados y productos de consumo masivo en Centroamérica.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290887"/>
            <a:ext cx="4750593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oppins"/>
              </a:rPr>
              <a:t>Operación Analizada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652837"/>
            <a:ext cx="4838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Análisis integral de la cadena logística y financiera para la importación directa de mercancías desde proveedores estratégicos en México hacia Managua, Nicaragua.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4891087"/>
            <a:ext cx="4750593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oppins"/>
              </a:rPr>
              <a:t>Productos Importados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5253037"/>
            <a:ext cx="4838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Catálogo compuesto por harina de maíz nixtamalizada, alimentos enlatados, salsas preparadas, botanas y productos alimenticios empaquetados.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747837"/>
            <a:ext cx="219075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348037"/>
            <a:ext cx="219075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4948237"/>
            <a:ext cx="219075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Empresa y Operación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" y="96202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95462"/>
            <a:ext cx="11049000" cy="403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95462"/>
            <a:ext cx="5334000" cy="1219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05162"/>
            <a:ext cx="5334000" cy="1219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614862"/>
            <a:ext cx="5334000" cy="1219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138362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3548062"/>
            <a:ext cx="533400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4957762"/>
            <a:ext cx="53340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2290762"/>
            <a:ext cx="1714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71625" y="2014537"/>
            <a:ext cx="2152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Lato Medium"/>
              </a:rPr>
              <a:t>Total de la Operación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1625" y="2224087"/>
            <a:ext cx="2152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oppins"/>
              </a:rPr>
              <a:t>$48,500.00 USD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1625" y="2643187"/>
            <a:ext cx="2152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59669"/>
                </a:solidFill>
                <a:latin typeface="Lato SemiBold"/>
              </a:rPr>
              <a:t>100% Consolidado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700" y="3700462"/>
            <a:ext cx="17145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71625" y="3424237"/>
            <a:ext cx="20859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Lato Medium"/>
              </a:rPr>
              <a:t>Producto con Mayor Importe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1625" y="3633787"/>
            <a:ext cx="20859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oppins"/>
              </a:rPr>
              <a:t>Harina de Maíz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1625" y="4052887"/>
            <a:ext cx="20859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59669"/>
                </a:solidFill>
                <a:latin typeface="Lato SemiBold"/>
              </a:rPr>
              <a:t>$18,430.00 USD (38% del total)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412" y="5110162"/>
            <a:ext cx="200025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71625" y="4833937"/>
            <a:ext cx="17430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Lato Medium"/>
              </a:rPr>
              <a:t>Precio Promedio por Unidad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1625" y="5043487"/>
            <a:ext cx="17430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oppins"/>
              </a:rPr>
              <a:t>$18.50 USD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1625" y="5462587"/>
            <a:ext cx="17430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59669"/>
                </a:solidFill>
                <a:latin typeface="Lato SemiBold"/>
              </a:rPr>
              <a:t>Costo unitario optimizado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Resultados de la Operación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" y="96202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9812"/>
            <a:ext cx="3524250" cy="3009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309812"/>
            <a:ext cx="3524250" cy="3009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309812"/>
            <a:ext cx="3524250" cy="3009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652712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433762"/>
            <a:ext cx="197024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oppins SemiBold"/>
              </a:rPr>
              <a:t>Resultado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833812"/>
            <a:ext cx="30289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La operación de importación México-Nicaragua es altamente viable y rentable, mostrando un costo promedio unitario eficiente de $18.50 USD con alta demanda en productos clave como la harina de maíz.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525" y="2652712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1525" y="3433762"/>
            <a:ext cx="248031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oppins SemiBold"/>
              </a:rPr>
              <a:t>Importancia del Análisis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833812"/>
            <a:ext cx="3028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Evaluar los datos antes de la compra permite anticipar los márgenes de ganancia, optimizar costos arancelarios y logísticos, y negociar mejores volúmenes con proveedores mexicanos.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652712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43900" y="3433762"/>
            <a:ext cx="151018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oppins SemiBold"/>
              </a:rPr>
              <a:t>Gestión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833812"/>
            <a:ext cx="30289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Centralizar la información empresarial en herramientas digitales (Excel, Word, Google Drive y GitHub) elimina duplicidades, garantiza la seguridad documental y acelera la toma de decisiones.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2814637"/>
            <a:ext cx="24765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3450" y="2814637"/>
            <a:ext cx="2476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1537" y="2814637"/>
            <a:ext cx="27622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Conclusiones del Análisis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96202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76637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6875" y="3624262"/>
            <a:ext cx="99536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Lato"/>
              </a:rPr>
              <a:t>https://www.crowley.com/wp-content/uploads/sites/7/2020/09/mexico-trucking-hero-min.jpg?fit=1500%2C897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3824287"/>
            <a:ext cx="99536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www.crowley.com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96202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